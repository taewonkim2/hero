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기반 High-Fidelity</a:t>
            </a:r>
          </a:p>
          <a:p>
            <a:r>
              <a:t>UI/UX 컨설팅 제안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상상하는 PPT가 아닌,</a:t>
            </a:r>
          </a:p>
          <a:p>
            <a:r>
              <a:t>동작하는 경험(HTML)을 납품합니다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제안 배경 (Executive Summary)</a:t>
            </a:r>
          </a:p>
          <a:p>
            <a:r>
              <a:t>2. 기존 방식 vs 제안 방식 비교</a:t>
            </a:r>
          </a:p>
          <a:p>
            <a:r>
              <a:t>3. 프로젝트 수행 방법론</a:t>
            </a:r>
          </a:p>
          <a:p>
            <a:r>
              <a:t>4. 기대 효과</a:t>
            </a:r>
          </a:p>
          <a:p>
            <a:r>
              <a:t>5.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제안 배경: 왜 앱 프로젝트는 결과물이 다를까?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Problem (문제점)</a:t>
            </a:r>
          </a:p>
          <a:p>
            <a:pPr lvl="1"/>
            <a:r>
              <a:t>죽은 문서(PPT)의 한계: 실제 동작과 느낌을 알 수 없음</a:t>
            </a:r>
          </a:p>
          <a:p>
            <a:pPr lvl="1"/>
            <a:r>
              <a:t>주객전도된 기획: 개발 편의성 위주의 타협적인 UI 양산</a:t>
            </a:r>
          </a:p>
          <a:p>
            <a:pPr lvl="1"/>
            <a:r>
              <a:t>검증 불가능: 텍스트 설명만으로는 UX 검증 불가</a:t>
            </a:r>
          </a:p>
          <a:p>
            <a:r>
              <a:t>Our Solution (해결책)</a:t>
            </a:r>
          </a:p>
          <a:p>
            <a:pPr lvl="1"/>
            <a:r>
              <a:t>Living Output: 동작하는 HTML/Web 시뮬레이터 제공</a:t>
            </a:r>
          </a:p>
          <a:p>
            <a:pPr lvl="1"/>
            <a:r>
              <a:t>Zero-Gap: 기획과 개발 사이의 괴리를 0으로 만듦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기존 방식(As-Is) vs 제안 방식(To-Be)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기존 UI/UX 컨설팅</a:t>
            </a:r>
          </a:p>
          <a:p>
            <a:pPr lvl="1"/>
            <a:r>
              <a:t>산출물: 정적인 PPT 화면 설계서</a:t>
            </a:r>
          </a:p>
          <a:p>
            <a:pPr lvl="1"/>
            <a:r>
              <a:t>검증: 눈으로 읽고 머리로 상상</a:t>
            </a:r>
          </a:p>
          <a:p>
            <a:pPr lvl="1"/>
            <a:r>
              <a:t>혁신성: 기존 레퍼런스 짜깁기</a:t>
            </a:r>
          </a:p>
          <a:p>
            <a:r>
              <a:t>AI 인터랙티브 컨설팅 (New!)</a:t>
            </a:r>
          </a:p>
          <a:p>
            <a:pPr lvl="1"/>
            <a:r>
              <a:t>산출물: 동작하는 HTML/Web 시뮬레이터</a:t>
            </a:r>
          </a:p>
          <a:p>
            <a:pPr lvl="1"/>
            <a:r>
              <a:t>검증: 직접 스마트폰으로 눌러보고 체감</a:t>
            </a:r>
          </a:p>
          <a:p>
            <a:pPr lvl="1"/>
            <a:r>
              <a:t>혁신성: AI와 함께 무한한 UX 실험 및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프로젝트 수행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AI 기반 급속 프로토타이핑 (Rapid Prototyping)</a:t>
            </a:r>
          </a:p>
          <a:p>
            <a:pPr lvl="1"/>
            <a:r>
              <a:t>와이어프레임 생략, 자연어로 즉시 HTML 생성 (Vibe Coding)</a:t>
            </a:r>
          </a:p>
          <a:p>
            <a:r>
              <a:t>Phase 2: 인터랙티브 UX 검증 (Interactive Validation)</a:t>
            </a:r>
          </a:p>
          <a:p>
            <a:pPr lvl="1"/>
            <a:r>
              <a:t>고객사 담당자 폰으로 실시간 테스트 및 즉각적 피드백 반영</a:t>
            </a:r>
          </a:p>
          <a:p>
            <a:r>
              <a:t>Phase 3: 개발 최적화 가이드 (Dev Optimization)</a:t>
            </a:r>
          </a:p>
          <a:p>
            <a:pPr lvl="1"/>
            <a:r>
              <a:t>확정된 HTML 코드를 분석하여 역공학적 개발 가이드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고객 경험(UX) 혁신</a:t>
            </a:r>
          </a:p>
          <a:p>
            <a:pPr lvl="1"/>
            <a:r>
              <a:t>실제 동작 검증으로 사용성 실패 확률 Zero 도전</a:t>
            </a:r>
          </a:p>
          <a:p>
            <a:r>
              <a:t>프로젝트 기간 단축 및 비용 절감</a:t>
            </a:r>
          </a:p>
          <a:p>
            <a:pPr lvl="1"/>
            <a:r>
              <a:t>기획 수정 재작업 방지, 전체 일정 20~30% 단축</a:t>
            </a:r>
          </a:p>
          <a:p>
            <a:r>
              <a:t>명확한 의사소통</a:t>
            </a:r>
          </a:p>
          <a:p>
            <a:pPr lvl="1"/>
            <a:r>
              <a:t>모호한 텍스트 대신 실제 화면으로 소통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보지 않으면 믿을 수 없고,</a:t>
            </a:r>
          </a:p>
          <a:p>
            <a:r>
              <a:t>만지지 않으면 느낄 수 없습니다.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PPT 100장보다 강력한</a:t>
            </a:r>
          </a:p>
          <a:p>
            <a:r>
              <a:t>'동작하는 프로토타입 1개'를 제안합니다.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